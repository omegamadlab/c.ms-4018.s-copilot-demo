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0EB79-1549-4F89-831A-996A4EE7DC08}" v="3" dt="2026-10-19T16:34:31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C090EB79-1549-4F89-831A-996A4EE7DC08}"/>
    <pc:docChg chg="mod addSld modSld modMainMaster setSldSz">
      <pc:chgData name="" userId="" providerId="" clId="Web-{C090EB79-1549-4F89-831A-996A4EE7DC08}" dt="2026-10-19T16:35:37.267" v="8" actId="34807"/>
      <pc:docMkLst>
        <pc:docMk/>
      </pc:docMkLst>
      <pc:sldChg chg="addSp modSp mod setBg modNotesTx">
        <pc:chgData name="" userId="" providerId="" clId="Web-{C090EB79-1549-4F89-831A-996A4EE7DC08}" dt="2026-10-19T16:34:32.906" v="5" actId="34807"/>
        <pc:sldMkLst>
          <pc:docMk/>
          <pc:sldMk cId="0" sldId="256"/>
        </pc:sldMkLst>
        <pc:spChg chg="add mod">
          <ac:chgData name="" userId="" providerId="" clId="Web-{C090EB79-1549-4F89-831A-996A4EE7DC08}" dt="2026-10-19T16:34:32.218" v="4" actId="34807"/>
          <ac:spMkLst>
            <pc:docMk/>
            <pc:sldMk cId="0" sldId="256"/>
            <ac:spMk id="2" creationId="{3CA77E02-4AD7-DE1A-A70D-7C7013C1BB4F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0" sldId="256"/>
            <ac:spMk id="4" creationId="{9640D31B-A56D-23BB-7D5E-C7ABB6A9DDAA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0" sldId="256"/>
            <ac:spMk id="7" creationId="{15C378DC-5E2E-C1D8-0096-0D08EFFF61A3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0" sldId="256"/>
            <ac:spMk id="11" creationId="{B6BC9890-5ADF-0E53-7A4F-DF65912C5F30}"/>
          </ac:spMkLst>
        </pc:spChg>
      </pc:sldChg>
      <pc:sldChg chg="addSp modSp add mod setBg">
        <pc:chgData name="" userId="" providerId="" clId="Web-{C090EB79-1549-4F89-831A-996A4EE7DC08}" dt="2026-10-19T16:34:32.218" v="4" actId="34807"/>
        <pc:sldMkLst>
          <pc:docMk/>
          <pc:sldMk cId="2788444620" sldId="457"/>
        </pc:sldMkLst>
        <pc:spChg chg="add mod">
          <ac:chgData name="" userId="" providerId="" clId="Web-{C090EB79-1549-4F89-831A-996A4EE7DC08}" dt="2026-10-19T16:34:32.218" v="4" actId="34807"/>
          <ac:spMkLst>
            <pc:docMk/>
            <pc:sldMk cId="2788444620" sldId="457"/>
            <ac:spMk id="16" creationId="{50C219E4-2466-2EEA-D49D-6FA18880CAD0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788444620" sldId="457"/>
            <ac:spMk id="22" creationId="{8DF08248-E815-6F6D-75A4-AB70516EFF9E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788444620" sldId="457"/>
            <ac:spMk id="29" creationId="{35C3A81E-081B-FC80-2DB9-ECD510912030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788444620" sldId="457"/>
            <ac:spMk id="37" creationId="{0D743E24-F9B0-5394-E5FF-068FD40BF378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788444620" sldId="457"/>
            <ac:spMk id="46" creationId="{D9770607-0D9F-4676-296F-CF1D8089679B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788444620" sldId="457"/>
            <ac:spMk id="56" creationId="{33957212-62B8-0CBE-2470-0E09511E08AE}"/>
          </ac:spMkLst>
        </pc:spChg>
      </pc:sldChg>
      <pc:sldChg chg="addSp modSp add mod setBg">
        <pc:chgData name="" userId="" providerId="" clId="Web-{C090EB79-1549-4F89-831A-996A4EE7DC08}" dt="2026-10-19T16:34:39.937" v="6" actId="34807"/>
        <pc:sldMkLst>
          <pc:docMk/>
          <pc:sldMk cId="1944337922" sldId="659"/>
        </pc:sldMkLst>
        <pc:spChg chg="add mod">
          <ac:chgData name="" userId="" providerId="" clId="Web-{C090EB79-1549-4F89-831A-996A4EE7DC08}" dt="2026-10-19T16:34:32.218" v="4" actId="34807"/>
          <ac:spMkLst>
            <pc:docMk/>
            <pc:sldMk cId="1944337922" sldId="659"/>
            <ac:spMk id="67" creationId="{4B83A4CB-922D-A879-5D5F-D7A68F821702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944337922" sldId="659"/>
            <ac:spMk id="79" creationId="{E71E00BD-AE45-DE93-504C-D1E358267E3A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944337922" sldId="659"/>
            <ac:spMk id="92" creationId="{CF8319FE-D424-F7FF-B454-85B45052A7F1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944337922" sldId="659"/>
            <ac:spMk id="106" creationId="{395352A2-A7AF-E617-A818-E730C351F8F4}"/>
          </ac:spMkLst>
        </pc:spChg>
        <pc:spChg chg="add mod">
          <ac:chgData name="" userId="" providerId="" clId="Web-{C090EB79-1549-4F89-831A-996A4EE7DC08}" dt="2026-10-19T16:34:39.937" v="6" actId="34807"/>
          <ac:spMkLst>
            <pc:docMk/>
            <pc:sldMk cId="1944337922" sldId="659"/>
            <ac:spMk id="121" creationId="{77887A5A-AF9E-CAA6-118B-DC692926216C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944337922" sldId="659"/>
            <ac:spMk id="137" creationId="{E5DFBC80-9F7E-3F7E-8483-F1D4D2DB690B}"/>
          </ac:spMkLst>
        </pc:spChg>
      </pc:sldChg>
      <pc:sldChg chg="addSp modSp add mod setBg">
        <pc:chgData name="" userId="" providerId="" clId="Web-{C090EB79-1549-4F89-831A-996A4EE7DC08}" dt="2026-10-19T16:35:37.267" v="8" actId="34807"/>
        <pc:sldMkLst>
          <pc:docMk/>
          <pc:sldMk cId="1405357360" sldId="862"/>
        </pc:sldMkLst>
        <pc:spChg chg="add mod">
          <ac:chgData name="" userId="" providerId="" clId="Web-{C090EB79-1549-4F89-831A-996A4EE7DC08}" dt="2026-10-19T16:34:32.218" v="4" actId="34807"/>
          <ac:spMkLst>
            <pc:docMk/>
            <pc:sldMk cId="1405357360" sldId="862"/>
            <ac:spMk id="154" creationId="{3326C795-D243-D0A4-B292-F7DED20B54D8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405357360" sldId="862"/>
            <ac:spMk id="172" creationId="{11F95F10-70A4-2FE9-5622-5FD950BF3583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405357360" sldId="862"/>
            <ac:spMk id="191" creationId="{3851402D-8A49-EBF6-A564-52E8A552D432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405357360" sldId="862"/>
            <ac:spMk id="211" creationId="{104A6E27-38B8-2781-266F-75A042B089DA}"/>
          </ac:spMkLst>
        </pc:spChg>
        <pc:spChg chg="add mod">
          <ac:chgData name="" userId="" providerId="" clId="Web-{C090EB79-1549-4F89-831A-996A4EE7DC08}" dt="2026-10-19T16:35:37.267" v="8" actId="34807"/>
          <ac:spMkLst>
            <pc:docMk/>
            <pc:sldMk cId="1405357360" sldId="862"/>
            <ac:spMk id="232" creationId="{483D22E4-C06E-9913-9569-BBA2842F1DE9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405357360" sldId="862"/>
            <ac:spMk id="254" creationId="{FAB20273-B5B0-D6CC-213F-460075357D75}"/>
          </ac:spMkLst>
        </pc:spChg>
        <pc:spChg chg="add mod">
          <ac:chgData name="" userId="" providerId="" clId="Web-{C090EB79-1549-4F89-831A-996A4EE7DC08}" dt="2026-10-19T16:35:37.267" v="8" actId="34807"/>
          <ac:spMkLst>
            <pc:docMk/>
            <pc:sldMk cId="1405357360" sldId="862"/>
            <ac:spMk id="277" creationId="{46C3947A-A03D-ED8E-F23F-E0D923B9158A}"/>
          </ac:spMkLst>
        </pc:spChg>
        <pc:spChg chg="add mod">
          <ac:chgData name="" userId="" providerId="" clId="Web-{C090EB79-1549-4F89-831A-996A4EE7DC08}" dt="2026-10-19T16:35:37.267" v="8" actId="34807"/>
          <ac:spMkLst>
            <pc:docMk/>
            <pc:sldMk cId="1405357360" sldId="862"/>
            <ac:spMk id="301" creationId="{6C861F6E-A1DA-B115-1DE4-7D9F0EF2C33D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405357360" sldId="862"/>
            <ac:spMk id="326" creationId="{4B5DE197-7BE8-48DC-51B2-68CE6BB4F36F}"/>
          </ac:spMkLst>
        </pc:spChg>
        <pc:spChg chg="add mod">
          <ac:chgData name="" userId="" providerId="" clId="Web-{C090EB79-1549-4F89-831A-996A4EE7DC08}" dt="2026-10-19T16:35:37.267" v="8" actId="34807"/>
          <ac:spMkLst>
            <pc:docMk/>
            <pc:sldMk cId="1405357360" sldId="862"/>
            <ac:spMk id="352" creationId="{36673923-888E-F98E-DDAE-9E5243BFE961}"/>
          </ac:spMkLst>
        </pc:spChg>
      </pc:sldChg>
      <pc:sldChg chg="addSp delSp modSp add mod setBg">
        <pc:chgData name="" userId="" providerId="" clId="Web-{C090EB79-1549-4F89-831A-996A4EE7DC08}" dt="2026-10-19T16:35:37.267" v="8" actId="34807"/>
        <pc:sldMkLst>
          <pc:docMk/>
          <pc:sldMk cId="1971706952" sldId="1066"/>
        </pc:sldMkLst>
        <pc:spChg chg="add mod">
          <ac:chgData name="" userId="" providerId="" clId="Web-{C090EB79-1549-4F89-831A-996A4EE7DC08}" dt="2026-10-19T16:34:32.218" v="4" actId="34807"/>
          <ac:spMkLst>
            <pc:docMk/>
            <pc:sldMk cId="1971706952" sldId="1066"/>
            <ac:spMk id="379" creationId="{63326045-A441-FA25-7701-6BBE0C4E07A9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971706952" sldId="1066"/>
            <ac:spMk id="407" creationId="{192ECC39-1908-F658-330F-C355236FE061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971706952" sldId="1066"/>
            <ac:spMk id="436" creationId="{922CFE2D-9AF4-5671-3ED6-16582A30D6CC}"/>
          </ac:spMkLst>
        </pc:spChg>
        <pc:spChg chg="add del mod">
          <ac:chgData name="" userId="" providerId="" clId="Web-{C090EB79-1549-4F89-831A-996A4EE7DC08}" dt="2026-10-19T16:35:37.267" v="8" actId="34807"/>
          <ac:spMkLst>
            <pc:docMk/>
            <pc:sldMk cId="1971706952" sldId="1066"/>
            <ac:spMk id="466" creationId="{99EABB68-91CB-EE17-456E-AF16D07FCC5D}"/>
          </ac:spMkLst>
        </pc:spChg>
        <pc:spChg chg="add del mod">
          <ac:chgData name="" userId="" providerId="" clId="Web-{C090EB79-1549-4F89-831A-996A4EE7DC08}" dt="2026-10-19T16:35:37.267" v="8" actId="34807"/>
          <ac:spMkLst>
            <pc:docMk/>
            <pc:sldMk cId="1971706952" sldId="1066"/>
            <ac:spMk id="497" creationId="{1E6E570B-E42C-592B-7B0A-F5BFB39FE8D8}"/>
          </ac:spMkLst>
        </pc:spChg>
        <pc:spChg chg="add del mod">
          <ac:chgData name="" userId="" providerId="" clId="Web-{C090EB79-1549-4F89-831A-996A4EE7DC08}" dt="2026-10-19T16:35:37.267" v="8" actId="34807"/>
          <ac:spMkLst>
            <pc:docMk/>
            <pc:sldMk cId="1971706952" sldId="1066"/>
            <ac:spMk id="529" creationId="{A1C73CC3-E249-F593-390E-1928A6C3B2C7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1971706952" sldId="1066"/>
            <ac:spMk id="562" creationId="{C2497F16-CBA3-7A69-7DB1-C621326697FB}"/>
          </ac:spMkLst>
        </pc:spChg>
        <pc:spChg chg="add mod">
          <ac:chgData name="" userId="" providerId="" clId="Web-{C090EB79-1549-4F89-831A-996A4EE7DC08}" dt="2026-10-19T16:35:37.002" v="7" actId="34807"/>
          <ac:spMkLst>
            <pc:docMk/>
            <pc:sldMk cId="1971706952" sldId="1066"/>
            <ac:spMk id="905" creationId="{F1713E1B-36F4-FC6F-0484-02309005A19A}"/>
          </ac:spMkLst>
        </pc:spChg>
        <pc:spChg chg="add mod">
          <ac:chgData name="" userId="" providerId="" clId="Web-{C090EB79-1549-4F89-831A-996A4EE7DC08}" dt="2026-10-19T16:35:37.002" v="7" actId="34807"/>
          <ac:spMkLst>
            <pc:docMk/>
            <pc:sldMk cId="1971706952" sldId="1066"/>
            <ac:spMk id="907" creationId="{4B0503B0-BCA5-2304-C956-1A85E7282B74}"/>
          </ac:spMkLst>
        </pc:spChg>
        <pc:spChg chg="add mod">
          <ac:chgData name="" userId="" providerId="" clId="Web-{C090EB79-1549-4F89-831A-996A4EE7DC08}" dt="2026-10-19T16:35:37.002" v="7" actId="34807"/>
          <ac:spMkLst>
            <pc:docMk/>
            <pc:sldMk cId="1971706952" sldId="1066"/>
            <ac:spMk id="910" creationId="{152B0A2C-2806-3952-20F3-DC94A02DC330}"/>
          </ac:spMkLst>
        </pc:spChg>
      </pc:sldChg>
      <pc:sldChg chg="addSp modSp add mod setBg modNotesTx">
        <pc:chgData name="" userId="" providerId="" clId="Web-{C090EB79-1549-4F89-831A-996A4EE7DC08}" dt="2026-10-19T16:34:39.937" v="6" actId="34807"/>
        <pc:sldMkLst>
          <pc:docMk/>
          <pc:sldMk cId="498788457" sldId="1271"/>
        </pc:sldMkLst>
        <pc:spChg chg="add mod">
          <ac:chgData name="" userId="" providerId="" clId="Web-{C090EB79-1549-4F89-831A-996A4EE7DC08}" dt="2026-10-19T16:34:32.218" v="4" actId="34807"/>
          <ac:spMkLst>
            <pc:docMk/>
            <pc:sldMk cId="498788457" sldId="1271"/>
            <ac:spMk id="596" creationId="{06B450A5-7CB3-F29E-705B-658320C61DD3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498788457" sldId="1271"/>
            <ac:spMk id="631" creationId="{2702EF8D-0B1A-0BC2-DBD2-8E9B95F93A8D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498788457" sldId="1271"/>
            <ac:spMk id="667" creationId="{4D7A7EE2-A4FB-6404-34E0-779A76B3310A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498788457" sldId="1271"/>
            <ac:spMk id="704" creationId="{789D3304-0E38-C639-ACB2-605F36D5BDFA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498788457" sldId="1271"/>
            <ac:spMk id="742" creationId="{A6ECB898-14C5-E942-9AF1-9EF14EAA85BE}"/>
          </ac:spMkLst>
        </pc:spChg>
        <pc:graphicFrameChg chg="add mod">
          <ac:chgData name="" userId="" providerId="" clId="Web-{C090EB79-1549-4F89-831A-996A4EE7DC08}" dt="2026-10-19T16:34:39.937" v="6" actId="34807"/>
          <ac:graphicFrameMkLst>
            <pc:docMk/>
            <pc:sldMk cId="498788457" sldId="1271"/>
            <ac:graphicFrameMk id="2" creationId="{5BE2EA82-A320-4FBF-E4D2-A782223CC281}"/>
          </ac:graphicFrameMkLst>
        </pc:graphicFrameChg>
      </pc:sldChg>
      <pc:sldChg chg="addSp modSp add mod setBg">
        <pc:chgData name="" userId="" providerId="" clId="Web-{C090EB79-1549-4F89-831A-996A4EE7DC08}" dt="2026-10-19T16:34:32.218" v="4" actId="34807"/>
        <pc:sldMkLst>
          <pc:docMk/>
          <pc:sldMk cId="2959779161" sldId="1477"/>
        </pc:sldMkLst>
        <pc:spChg chg="add mod">
          <ac:chgData name="" userId="" providerId="" clId="Web-{C090EB79-1549-4F89-831A-996A4EE7DC08}" dt="2026-10-19T16:34:32.218" v="4" actId="34807"/>
          <ac:spMkLst>
            <pc:docMk/>
            <pc:sldMk cId="2959779161" sldId="1477"/>
            <ac:spMk id="781" creationId="{9D7AFE17-56DF-4608-C888-283583013C85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959779161" sldId="1477"/>
            <ac:spMk id="821" creationId="{EB28272E-ED15-8FCA-3E94-8044F20E2E1B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959779161" sldId="1477"/>
            <ac:spMk id="862" creationId="{B4BB4A6D-8D69-1E89-72E0-F8A4A663F274}"/>
          </ac:spMkLst>
        </pc:spChg>
        <pc:spChg chg="add mod">
          <ac:chgData name="" userId="" providerId="" clId="Web-{C090EB79-1549-4F89-831A-996A4EE7DC08}" dt="2026-10-19T16:34:32.218" v="4" actId="34807"/>
          <ac:spMkLst>
            <pc:docMk/>
            <pc:sldMk cId="2959779161" sldId="1477"/>
            <ac:spMk id="904" creationId="{E54F3DC9-6C13-F066-4D13-AAE97DC7CCFE}"/>
          </ac:spMkLst>
        </pc:spChg>
      </pc:sldChg>
      <pc:sldMasterChg chg="modSp modSldLayout">
        <pc:chgData name="" userId="" providerId="" clId="Web-{C090EB79-1549-4F89-831A-996A4EE7DC08}" dt="2026-10-19T16:33:06.934" v="0" actId="34807"/>
        <pc:sldMasterMkLst>
          <pc:docMk/>
          <pc:sldMasterMk cId="2209977519" sldId="2147483648"/>
        </pc:sldMasterMkLst>
        <pc:spChg chg="mod">
          <ac:chgData name="" userId="" providerId="" clId="Web-{C090EB79-1549-4F89-831A-996A4EE7DC08}" dt="2026-10-19T16:33:06.934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C090EB79-1549-4F89-831A-996A4EE7DC08}" dt="2026-10-19T16:33:06.934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C090EB79-1549-4F89-831A-996A4EE7DC08}" dt="2026-10-19T16:33:06.934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C090EB79-1549-4F89-831A-996A4EE7DC08}" dt="2026-10-19T16:33:06.934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C090EB79-1549-4F89-831A-996A4EE7DC08}" dt="2026-10-19T16:33:06.934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C090EB79-1549-4F89-831A-996A4EE7DC08}" dt="2026-10-19T16:33:06.934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C090EB79-1549-4F89-831A-996A4EE7DC08}" dt="2026-10-19T16:33:06.934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C090EB79-1549-4F89-831A-996A4EE7DC08}" dt="2026-10-19T16:33:06.934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C090EB79-1549-4F89-831A-996A4EE7DC08}" dt="2026-10-19T16:33:06.934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C090EB79-1549-4F89-831A-996A4EE7DC08}" dt="2026-10-19T16:33:06.934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C090EB79-1549-4F89-831A-996A4EE7DC08}" dt="2026-10-19T16:33:06.934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C090EB79-1549-4F89-831A-996A4EE7DC08}" dt="2026-10-19T16:33:06.934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C090EB79-1549-4F89-831A-996A4EE7DC08}" dt="2026-10-19T16:33:06.934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[Measure]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4"/>
                <c:pt idx="0">
                  <c:v>[Category A]</c:v>
                </c:pt>
                <c:pt idx="1">
                  <c:v>[Category B]</c:v>
                </c:pt>
                <c:pt idx="2">
                  <c:v>[Category C]</c:v>
                </c:pt>
                <c:pt idx="3">
                  <c:v>[Category D]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35</c:v>
                </c:pt>
                <c:pt idx="3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F-4CD2-8399-41755AE4F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3146512"/>
        <c:axId val="843145552"/>
      </c:barChart>
      <c:catAx>
        <c:axId val="843146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3145552"/>
        <c:crosses val="autoZero"/>
        <c:auto val="1"/>
        <c:lblAlgn val="ctr"/>
        <c:lblOffset val="100"/>
        <c:noMultiLvlLbl val="0"/>
      </c:catAx>
      <c:valAx>
        <c:axId val="843145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3146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08E59-991F-4301-9DD7-DC79C5B93A00}" type="datetimeFigureOut"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81CC7-FCA7-4FD5-85AC-A13BBA98CE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4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Brand rules: use only the Contoso palette; one key message per slide written as an action title; max 4 bullets; highlight only the single most important word (amber box behind it); no photos of people; Segoe UI 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1CC7-FCA7-4FD5-85AC-A13BBA98CEE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94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Chart values are illustrative placeholders. Replace with your own data and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1CC7-FCA7-4FD5-85AC-A13BBA98CEEE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19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A77E02-4AD7-DE1A-A70D-7C7013C1BB4F}"/>
              </a:ext>
            </a:extLst>
          </p:cNvPr>
          <p:cNvSpPr/>
          <p:nvPr/>
        </p:nvSpPr>
        <p:spPr>
          <a:xfrm>
            <a:off x="914400" y="2148840"/>
            <a:ext cx="10363200" cy="10972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[Presentation title]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" name="Sky accent line">
            <a:extLst>
              <a:ext uri="{FF2B5EF4-FFF2-40B4-BE49-F238E27FC236}">
                <a16:creationId xmlns:a16="http://schemas.microsoft.com/office/drawing/2014/main" id="{9640D31B-A56D-23BB-7D5E-C7ABB6A9DDAA}"/>
              </a:ext>
            </a:extLst>
          </p:cNvPr>
          <p:cNvSpPr/>
          <p:nvPr/>
        </p:nvSpPr>
        <p:spPr>
          <a:xfrm>
            <a:off x="1005840" y="3337560"/>
            <a:ext cx="1828800" cy="64008"/>
          </a:xfrm>
          <a:prstGeom prst="rect">
            <a:avLst/>
          </a:prstGeom>
          <a:solidFill>
            <a:srgbClr val="4CC9E0"/>
          </a:solidFill>
          <a:ln>
            <a:solidFill>
              <a:srgbClr val="4CC9E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5C378DC-5E2E-C1D8-0096-0D08EFFF61A3}"/>
              </a:ext>
            </a:extLst>
          </p:cNvPr>
          <p:cNvSpPr/>
          <p:nvPr/>
        </p:nvSpPr>
        <p:spPr>
          <a:xfrm>
            <a:off x="914400" y="3566160"/>
            <a:ext cx="10363200" cy="548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DCE6F2"/>
                </a:solidFill>
                <a:effectLst/>
                <a:latin typeface="Segoe UI" panose="020B0502040204020203" pitchFamily="34" charset="0"/>
              </a:rPr>
              <a:t>[Subtitle | Audience | Date]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" name="Wordmark">
            <a:extLst>
              <a:ext uri="{FF2B5EF4-FFF2-40B4-BE49-F238E27FC236}">
                <a16:creationId xmlns:a16="http://schemas.microsoft.com/office/drawing/2014/main" id="{B6BC9890-5ADF-0E53-7A4F-DF65912C5F30}"/>
              </a:ext>
            </a:extLst>
          </p:cNvPr>
          <p:cNvSpPr/>
          <p:nvPr/>
        </p:nvSpPr>
        <p:spPr>
          <a:xfrm>
            <a:off x="914400" y="6080760"/>
            <a:ext cx="2286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300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CONTOSO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rand bar">
            <a:extLst>
              <a:ext uri="{FF2B5EF4-FFF2-40B4-BE49-F238E27FC236}">
                <a16:creationId xmlns:a16="http://schemas.microsoft.com/office/drawing/2014/main" id="{50C219E4-2466-2EEA-D49D-6FA18880CAD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Wordmark">
            <a:extLst>
              <a:ext uri="{FF2B5EF4-FFF2-40B4-BE49-F238E27FC236}">
                <a16:creationId xmlns:a16="http://schemas.microsoft.com/office/drawing/2014/main" id="{8DF08248-E815-6F6D-75A4-AB70516EFF9E}"/>
              </a:ext>
            </a:extLst>
          </p:cNvPr>
          <p:cNvSpPr/>
          <p:nvPr/>
        </p:nvSpPr>
        <p:spPr>
          <a:xfrm>
            <a:off x="457200" y="6080760"/>
            <a:ext cx="2286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300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CONTOSO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" name="Slide number">
            <a:extLst>
              <a:ext uri="{FF2B5EF4-FFF2-40B4-BE49-F238E27FC236}">
                <a16:creationId xmlns:a16="http://schemas.microsoft.com/office/drawing/2014/main" id="{35C3A81E-081B-FC80-2DB9-ECD510912030}"/>
              </a:ext>
            </a:extLst>
          </p:cNvPr>
          <p:cNvSpPr/>
          <p:nvPr/>
        </p:nvSpPr>
        <p:spPr>
          <a:xfrm>
            <a:off x="10820400" y="6080760"/>
            <a:ext cx="9144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" name="Eyebrow">
            <a:extLst>
              <a:ext uri="{FF2B5EF4-FFF2-40B4-BE49-F238E27FC236}">
                <a16:creationId xmlns:a16="http://schemas.microsoft.com/office/drawing/2014/main" id="{0D743E24-F9B0-5394-E5FF-068FD40BF378}"/>
              </a:ext>
            </a:extLst>
          </p:cNvPr>
          <p:cNvSpPr/>
          <p:nvPr/>
        </p:nvSpPr>
        <p:spPr>
          <a:xfrm>
            <a:off x="609600" y="2286000"/>
            <a:ext cx="45720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spc="200">
                <a:solidFill>
                  <a:srgbClr val="0F7C90"/>
                </a:solidFill>
                <a:effectLst/>
                <a:latin typeface="Segoe UI Semibold" panose="020B0702040204020203" pitchFamily="34" charset="0"/>
              </a:rPr>
              <a:t>SECTION 01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" name="Title">
            <a:extLst>
              <a:ext uri="{FF2B5EF4-FFF2-40B4-BE49-F238E27FC236}">
                <a16:creationId xmlns:a16="http://schemas.microsoft.com/office/drawing/2014/main" id="{D9770607-0D9F-4676-296F-CF1D8089679B}"/>
              </a:ext>
            </a:extLst>
          </p:cNvPr>
          <p:cNvSpPr/>
          <p:nvPr/>
        </p:nvSpPr>
        <p:spPr>
          <a:xfrm>
            <a:off x="609600" y="2697480"/>
            <a:ext cx="109728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44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[Section title]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3957212-62B8-0CBE-2470-0E09511E08AE}"/>
              </a:ext>
            </a:extLst>
          </p:cNvPr>
          <p:cNvSpPr/>
          <p:nvPr/>
        </p:nvSpPr>
        <p:spPr>
          <a:xfrm>
            <a:off x="609600" y="3657600"/>
            <a:ext cx="100584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[Optional one-line description of what this section covers]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4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rand bar">
            <a:extLst>
              <a:ext uri="{FF2B5EF4-FFF2-40B4-BE49-F238E27FC236}">
                <a16:creationId xmlns:a16="http://schemas.microsoft.com/office/drawing/2014/main" id="{4B83A4CB-922D-A879-5D5F-D7A68F821702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Wordmark">
            <a:extLst>
              <a:ext uri="{FF2B5EF4-FFF2-40B4-BE49-F238E27FC236}">
                <a16:creationId xmlns:a16="http://schemas.microsoft.com/office/drawing/2014/main" id="{E71E00BD-AE45-DE93-504C-D1E358267E3A}"/>
              </a:ext>
            </a:extLst>
          </p:cNvPr>
          <p:cNvSpPr/>
          <p:nvPr/>
        </p:nvSpPr>
        <p:spPr>
          <a:xfrm>
            <a:off x="457200" y="6080760"/>
            <a:ext cx="2286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300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CONTOSO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CF8319FE-D424-F7FF-B454-85B45052A7F1}"/>
              </a:ext>
            </a:extLst>
          </p:cNvPr>
          <p:cNvSpPr/>
          <p:nvPr/>
        </p:nvSpPr>
        <p:spPr>
          <a:xfrm>
            <a:off x="10820400" y="6080760"/>
            <a:ext cx="9144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" name="Title">
            <a:extLst>
              <a:ext uri="{FF2B5EF4-FFF2-40B4-BE49-F238E27FC236}">
                <a16:creationId xmlns:a16="http://schemas.microsoft.com/office/drawing/2014/main" id="{395352A2-A7AF-E617-A818-E730C351F8F4}"/>
              </a:ext>
            </a:extLst>
          </p:cNvPr>
          <p:cNvSpPr/>
          <p:nvPr/>
        </p:nvSpPr>
        <p:spPr>
          <a:xfrm>
            <a:off x="609600" y="457200"/>
            <a:ext cx="1097280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[Action title: the key message in max 8 words]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1" name="Body">
            <a:extLst>
              <a:ext uri="{FF2B5EF4-FFF2-40B4-BE49-F238E27FC236}">
                <a16:creationId xmlns:a16="http://schemas.microsoft.com/office/drawing/2014/main" id="{77887A5A-AF9E-CAA6-118B-DC692926216C}"/>
              </a:ext>
            </a:extLst>
          </p:cNvPr>
          <p:cNvSpPr/>
          <p:nvPr/>
        </p:nvSpPr>
        <p:spPr>
          <a:xfrm>
            <a:off x="609600" y="1600200"/>
            <a:ext cx="6400800" cy="393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04800" algn="l">
              <a:buChar char="•"/>
            </a:pPr>
            <a:r>
              <a:rPr lang="en-US" sz="20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[Supporting point – max 4 bullets per slide]</a:t>
            </a:r>
          </a:p>
          <a:p>
            <a:pPr indent="-304800" algn="l">
              <a:buChar char="•"/>
            </a:pPr>
            <a:r>
              <a:rPr lang="en-US" sz="20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[Supporting point – max 4 bullets per slide]</a:t>
            </a:r>
          </a:p>
          <a:p>
            <a:pPr indent="-304800" algn="l">
              <a:buChar char="•"/>
            </a:pPr>
            <a:r>
              <a:rPr lang="en-US" sz="20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[Supporting point – max 4 bullets per slide]</a:t>
            </a:r>
            <a:endParaRPr lang="en-US"/>
          </a:p>
        </p:txBody>
      </p:sp>
      <p:sp>
        <p:nvSpPr>
          <p:cNvPr id="137" name="Key figure panel">
            <a:extLst>
              <a:ext uri="{FF2B5EF4-FFF2-40B4-BE49-F238E27FC236}">
                <a16:creationId xmlns:a16="http://schemas.microsoft.com/office/drawing/2014/main" id="{E5DFBC80-9F7E-3F7E-8483-F1D4D2DB690B}"/>
              </a:ext>
            </a:extLst>
          </p:cNvPr>
          <p:cNvSpPr/>
          <p:nvPr/>
        </p:nvSpPr>
        <p:spPr>
          <a:xfrm>
            <a:off x="7498080" y="1600200"/>
            <a:ext cx="4084320" cy="393192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0F7C90"/>
                </a:solidFill>
                <a:effectLst/>
                <a:latin typeface="Segoe UI Semibold" panose="020B0702040204020203" pitchFamily="34" charset="0"/>
              </a:rPr>
              <a:t>[Key figure]</a:t>
            </a:r>
          </a:p>
          <a:p>
            <a:pPr algn="ctr">
              <a:buNone/>
            </a:pPr>
            <a:r>
              <a:rPr lang="en-US" sz="1600">
                <a:solidFill>
                  <a:srgbClr val="3A3F47"/>
                </a:solidFill>
                <a:effectLst/>
                <a:latin typeface="Segoe UI Semibold" panose="020B0702040204020203" pitchFamily="34" charset="0"/>
              </a:rPr>
              <a:t>[What the number means]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3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rand bar">
            <a:extLst>
              <a:ext uri="{FF2B5EF4-FFF2-40B4-BE49-F238E27FC236}">
                <a16:creationId xmlns:a16="http://schemas.microsoft.com/office/drawing/2014/main" id="{3326C795-D243-D0A4-B292-F7DED20B54D8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Wordmark">
            <a:extLst>
              <a:ext uri="{FF2B5EF4-FFF2-40B4-BE49-F238E27FC236}">
                <a16:creationId xmlns:a16="http://schemas.microsoft.com/office/drawing/2014/main" id="{11F95F10-70A4-2FE9-5622-5FD950BF3583}"/>
              </a:ext>
            </a:extLst>
          </p:cNvPr>
          <p:cNvSpPr/>
          <p:nvPr/>
        </p:nvSpPr>
        <p:spPr>
          <a:xfrm>
            <a:off x="457200" y="6080760"/>
            <a:ext cx="2286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300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CONTOSO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91" name="Slide number">
            <a:extLst>
              <a:ext uri="{FF2B5EF4-FFF2-40B4-BE49-F238E27FC236}">
                <a16:creationId xmlns:a16="http://schemas.microsoft.com/office/drawing/2014/main" id="{3851402D-8A49-EBF6-A564-52E8A552D432}"/>
              </a:ext>
            </a:extLst>
          </p:cNvPr>
          <p:cNvSpPr/>
          <p:nvPr/>
        </p:nvSpPr>
        <p:spPr>
          <a:xfrm>
            <a:off x="10820400" y="6080760"/>
            <a:ext cx="9144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1" name="Title">
            <a:extLst>
              <a:ext uri="{FF2B5EF4-FFF2-40B4-BE49-F238E27FC236}">
                <a16:creationId xmlns:a16="http://schemas.microsoft.com/office/drawing/2014/main" id="{104A6E27-38B8-2781-266F-75A042B089DA}"/>
              </a:ext>
            </a:extLst>
          </p:cNvPr>
          <p:cNvSpPr/>
          <p:nvPr/>
        </p:nvSpPr>
        <p:spPr>
          <a:xfrm>
            <a:off x="609600" y="457200"/>
            <a:ext cx="1097280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[Comparison title]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2" name="Card [Option A]">
            <a:extLst>
              <a:ext uri="{FF2B5EF4-FFF2-40B4-BE49-F238E27FC236}">
                <a16:creationId xmlns:a16="http://schemas.microsoft.com/office/drawing/2014/main" id="{483D22E4-C06E-9913-9569-BBA2842F1DE9}"/>
              </a:ext>
            </a:extLst>
          </p:cNvPr>
          <p:cNvSpPr/>
          <p:nvPr/>
        </p:nvSpPr>
        <p:spPr>
          <a:xfrm>
            <a:off x="609600" y="1600200"/>
            <a:ext cx="5303520" cy="210312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[Option A]">
            <a:extLst>
              <a:ext uri="{FF2B5EF4-FFF2-40B4-BE49-F238E27FC236}">
                <a16:creationId xmlns:a16="http://schemas.microsoft.com/office/drawing/2014/main" id="{FAB20273-B5B0-D6CC-213F-460075357D75}"/>
              </a:ext>
            </a:extLst>
          </p:cNvPr>
          <p:cNvSpPr/>
          <p:nvPr/>
        </p:nvSpPr>
        <p:spPr>
          <a:xfrm>
            <a:off x="883920" y="1874520"/>
            <a:ext cx="4754880" cy="548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[Option A]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7" name="[Option A] body">
            <a:extLst>
              <a:ext uri="{FF2B5EF4-FFF2-40B4-BE49-F238E27FC236}">
                <a16:creationId xmlns:a16="http://schemas.microsoft.com/office/drawing/2014/main" id="{46C3947A-A03D-ED8E-F23F-E0D923B9158A}"/>
              </a:ext>
            </a:extLst>
          </p:cNvPr>
          <p:cNvSpPr/>
          <p:nvPr/>
        </p:nvSpPr>
        <p:spPr>
          <a:xfrm>
            <a:off x="883920" y="2423160"/>
            <a:ext cx="475488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04800" algn="l">
              <a:buChar char="•"/>
            </a:pPr>
            <a:r>
              <a:rPr lang="en-US" sz="18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[Supporting point]</a:t>
            </a:r>
          </a:p>
          <a:p>
            <a:pPr indent="-304800" algn="l">
              <a:buChar char="•"/>
            </a:pPr>
            <a:r>
              <a:rPr lang="en-US" sz="18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[Supporting point]</a:t>
            </a:r>
            <a:endParaRPr lang="en-US"/>
          </a:p>
        </p:txBody>
      </p:sp>
      <p:sp>
        <p:nvSpPr>
          <p:cNvPr id="301" name="Card [Option B]">
            <a:extLst>
              <a:ext uri="{FF2B5EF4-FFF2-40B4-BE49-F238E27FC236}">
                <a16:creationId xmlns:a16="http://schemas.microsoft.com/office/drawing/2014/main" id="{6C861F6E-A1DA-B115-1DE4-7D9F0EF2C33D}"/>
              </a:ext>
            </a:extLst>
          </p:cNvPr>
          <p:cNvSpPr/>
          <p:nvPr/>
        </p:nvSpPr>
        <p:spPr>
          <a:xfrm>
            <a:off x="6278880" y="1600200"/>
            <a:ext cx="5303520" cy="2103120"/>
          </a:xfrm>
          <a:prstGeom prst="rect">
            <a:avLst/>
          </a:prstGeom>
          <a:solidFill>
            <a:srgbClr val="F2F4F7"/>
          </a:solidFill>
          <a:ln w="19050">
            <a:solidFill>
              <a:srgbClr val="0F7C9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[Option B]">
            <a:extLst>
              <a:ext uri="{FF2B5EF4-FFF2-40B4-BE49-F238E27FC236}">
                <a16:creationId xmlns:a16="http://schemas.microsoft.com/office/drawing/2014/main" id="{4B5DE197-7BE8-48DC-51B2-68CE6BB4F36F}"/>
              </a:ext>
            </a:extLst>
          </p:cNvPr>
          <p:cNvSpPr/>
          <p:nvPr/>
        </p:nvSpPr>
        <p:spPr>
          <a:xfrm>
            <a:off x="6553200" y="1874520"/>
            <a:ext cx="4754880" cy="548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[Option B]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2" name="[Option B] body">
            <a:extLst>
              <a:ext uri="{FF2B5EF4-FFF2-40B4-BE49-F238E27FC236}">
                <a16:creationId xmlns:a16="http://schemas.microsoft.com/office/drawing/2014/main" id="{36673923-888E-F98E-DDAE-9E5243BFE961}"/>
              </a:ext>
            </a:extLst>
          </p:cNvPr>
          <p:cNvSpPr/>
          <p:nvPr/>
        </p:nvSpPr>
        <p:spPr>
          <a:xfrm>
            <a:off x="6553200" y="2423160"/>
            <a:ext cx="475488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04800" algn="l">
              <a:buChar char="•"/>
            </a:pPr>
            <a:r>
              <a:rPr lang="en-US" sz="18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[Supporting point]</a:t>
            </a:r>
          </a:p>
          <a:p>
            <a:pPr indent="-304800" algn="l">
              <a:buChar char="•"/>
            </a:pPr>
            <a:r>
              <a:rPr lang="en-US" sz="18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[Supporting point]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5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Brand bar">
            <a:extLst>
              <a:ext uri="{FF2B5EF4-FFF2-40B4-BE49-F238E27FC236}">
                <a16:creationId xmlns:a16="http://schemas.microsoft.com/office/drawing/2014/main" id="{63326045-A441-FA25-7701-6BBE0C4E07A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Wordmark">
            <a:extLst>
              <a:ext uri="{FF2B5EF4-FFF2-40B4-BE49-F238E27FC236}">
                <a16:creationId xmlns:a16="http://schemas.microsoft.com/office/drawing/2014/main" id="{192ECC39-1908-F658-330F-C355236FE061}"/>
              </a:ext>
            </a:extLst>
          </p:cNvPr>
          <p:cNvSpPr/>
          <p:nvPr/>
        </p:nvSpPr>
        <p:spPr>
          <a:xfrm>
            <a:off x="457200" y="6080760"/>
            <a:ext cx="2286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300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CONTOSO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6" name="Slide number">
            <a:extLst>
              <a:ext uri="{FF2B5EF4-FFF2-40B4-BE49-F238E27FC236}">
                <a16:creationId xmlns:a16="http://schemas.microsoft.com/office/drawing/2014/main" id="{922CFE2D-9AF4-5671-3ED6-16582A30D6CC}"/>
              </a:ext>
            </a:extLst>
          </p:cNvPr>
          <p:cNvSpPr/>
          <p:nvPr/>
        </p:nvSpPr>
        <p:spPr>
          <a:xfrm>
            <a:off x="10820400" y="6080760"/>
            <a:ext cx="9144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5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2" name="Support">
            <a:extLst>
              <a:ext uri="{FF2B5EF4-FFF2-40B4-BE49-F238E27FC236}">
                <a16:creationId xmlns:a16="http://schemas.microsoft.com/office/drawing/2014/main" id="{C2497F16-CBA3-7A69-7DB1-C621326697FB}"/>
              </a:ext>
            </a:extLst>
          </p:cNvPr>
          <p:cNvSpPr/>
          <p:nvPr/>
        </p:nvSpPr>
        <p:spPr>
          <a:xfrm>
            <a:off x="1188720" y="3931920"/>
            <a:ext cx="1042416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[Optional supporting line – one short sentence]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F1713E1B-36F4-FC6F-0484-02309005A19A}"/>
              </a:ext>
            </a:extLst>
          </p:cNvPr>
          <p:cNvSpPr/>
          <p:nvPr/>
        </p:nvSpPr>
        <p:spPr>
          <a:xfrm>
            <a:off x="609600" y="2651760"/>
            <a:ext cx="2971800" cy="1005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48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[One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07" name="Highlight">
            <a:extLst>
              <a:ext uri="{FF2B5EF4-FFF2-40B4-BE49-F238E27FC236}">
                <a16:creationId xmlns:a16="http://schemas.microsoft.com/office/drawing/2014/main" id="{4B0503B0-BCA5-2304-C956-1A85E7282B74}"/>
              </a:ext>
            </a:extLst>
          </p:cNvPr>
          <p:cNvSpPr/>
          <p:nvPr/>
        </p:nvSpPr>
        <p:spPr>
          <a:xfrm>
            <a:off x="3672840" y="2651760"/>
            <a:ext cx="3566160" cy="1005840"/>
          </a:xfrm>
          <a:prstGeom prst="rect">
            <a:avLst/>
          </a:prstGeom>
          <a:solidFill>
            <a:srgbClr val="F4A300"/>
          </a:solidFill>
          <a:ln>
            <a:solidFill>
              <a:srgbClr val="F4A30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8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powerful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152B0A2C-2806-3952-20F3-DC94A02DC330}"/>
              </a:ext>
            </a:extLst>
          </p:cNvPr>
          <p:cNvSpPr/>
          <p:nvPr/>
        </p:nvSpPr>
        <p:spPr>
          <a:xfrm>
            <a:off x="7330440" y="2651760"/>
            <a:ext cx="4389120" cy="1005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48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sentence]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0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Brand bar">
            <a:extLst>
              <a:ext uri="{FF2B5EF4-FFF2-40B4-BE49-F238E27FC236}">
                <a16:creationId xmlns:a16="http://schemas.microsoft.com/office/drawing/2014/main" id="{06B450A5-7CB3-F29E-705B-658320C61DD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Wordmark">
            <a:extLst>
              <a:ext uri="{FF2B5EF4-FFF2-40B4-BE49-F238E27FC236}">
                <a16:creationId xmlns:a16="http://schemas.microsoft.com/office/drawing/2014/main" id="{2702EF8D-0B1A-0BC2-DBD2-8E9B95F93A8D}"/>
              </a:ext>
            </a:extLst>
          </p:cNvPr>
          <p:cNvSpPr/>
          <p:nvPr/>
        </p:nvSpPr>
        <p:spPr>
          <a:xfrm>
            <a:off x="457200" y="6080760"/>
            <a:ext cx="2286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300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CONTOSO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7" name="Slide number">
            <a:extLst>
              <a:ext uri="{FF2B5EF4-FFF2-40B4-BE49-F238E27FC236}">
                <a16:creationId xmlns:a16="http://schemas.microsoft.com/office/drawing/2014/main" id="{4D7A7EE2-A4FB-6404-34E0-779A76B3310A}"/>
              </a:ext>
            </a:extLst>
          </p:cNvPr>
          <p:cNvSpPr/>
          <p:nvPr/>
        </p:nvSpPr>
        <p:spPr>
          <a:xfrm>
            <a:off x="10820400" y="6080760"/>
            <a:ext cx="9144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3A3F47"/>
                </a:solidFill>
                <a:effectLst/>
                <a:latin typeface="Segoe UI" panose="020B0502040204020203" pitchFamily="34" charset="0"/>
              </a:rPr>
              <a:t>6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4" name="Title">
            <a:extLst>
              <a:ext uri="{FF2B5EF4-FFF2-40B4-BE49-F238E27FC236}">
                <a16:creationId xmlns:a16="http://schemas.microsoft.com/office/drawing/2014/main" id="{789D3304-0E38-C639-ACB2-605F36D5BDFA}"/>
              </a:ext>
            </a:extLst>
          </p:cNvPr>
          <p:cNvSpPr/>
          <p:nvPr/>
        </p:nvSpPr>
        <p:spPr>
          <a:xfrm>
            <a:off x="609600" y="457200"/>
            <a:ext cx="1097280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14213D"/>
                </a:solidFill>
                <a:effectLst/>
                <a:latin typeface="Segoe UI Semibold" panose="020B0702040204020203" pitchFamily="34" charset="0"/>
              </a:rPr>
              <a:t>[Data title stating the takeaway]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2" name="Takeaway">
            <a:extLst>
              <a:ext uri="{FF2B5EF4-FFF2-40B4-BE49-F238E27FC236}">
                <a16:creationId xmlns:a16="http://schemas.microsoft.com/office/drawing/2014/main" id="{A6ECB898-14C5-E942-9AF1-9EF14EAA85BE}"/>
              </a:ext>
            </a:extLst>
          </p:cNvPr>
          <p:cNvSpPr/>
          <p:nvPr/>
        </p:nvSpPr>
        <p:spPr>
          <a:xfrm>
            <a:off x="609600" y="5394960"/>
            <a:ext cx="10972800" cy="54864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14213D"/>
                </a:solidFill>
                <a:effectLst/>
                <a:latin typeface="Segoe UI" panose="020B0502040204020203" pitchFamily="34" charset="0"/>
              </a:rPr>
              <a:t>Takeaway: [one line stating what the data means – placeholder values]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BE2EA82-A320-4FBF-E4D2-A782223CC281}"/>
              </a:ext>
            </a:extLst>
          </p:cNvPr>
          <p:cNvGraphicFramePr/>
          <p:nvPr/>
        </p:nvGraphicFramePr>
        <p:xfrm>
          <a:off x="609600" y="1417320"/>
          <a:ext cx="10972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9878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Title">
            <a:extLst>
              <a:ext uri="{FF2B5EF4-FFF2-40B4-BE49-F238E27FC236}">
                <a16:creationId xmlns:a16="http://schemas.microsoft.com/office/drawing/2014/main" id="{9D7AFE17-56DF-4608-C888-283583013C85}"/>
              </a:ext>
            </a:extLst>
          </p:cNvPr>
          <p:cNvSpPr/>
          <p:nvPr/>
        </p:nvSpPr>
        <p:spPr>
          <a:xfrm>
            <a:off x="914400" y="2148840"/>
            <a:ext cx="10363200" cy="10972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Thank you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1" name="Sky accent line">
            <a:extLst>
              <a:ext uri="{FF2B5EF4-FFF2-40B4-BE49-F238E27FC236}">
                <a16:creationId xmlns:a16="http://schemas.microsoft.com/office/drawing/2014/main" id="{EB28272E-ED15-8FCA-3E94-8044F20E2E1B}"/>
              </a:ext>
            </a:extLst>
          </p:cNvPr>
          <p:cNvSpPr/>
          <p:nvPr/>
        </p:nvSpPr>
        <p:spPr>
          <a:xfrm>
            <a:off x="1005840" y="3337560"/>
            <a:ext cx="1828800" cy="64008"/>
          </a:xfrm>
          <a:prstGeom prst="rect">
            <a:avLst/>
          </a:prstGeom>
          <a:solidFill>
            <a:srgbClr val="4CC9E0"/>
          </a:solidFill>
          <a:ln>
            <a:solidFill>
              <a:srgbClr val="4CC9E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" name="Subtitle">
            <a:extLst>
              <a:ext uri="{FF2B5EF4-FFF2-40B4-BE49-F238E27FC236}">
                <a16:creationId xmlns:a16="http://schemas.microsoft.com/office/drawing/2014/main" id="{B4BB4A6D-8D69-1E89-72E0-F8A4A663F274}"/>
              </a:ext>
            </a:extLst>
          </p:cNvPr>
          <p:cNvSpPr/>
          <p:nvPr/>
        </p:nvSpPr>
        <p:spPr>
          <a:xfrm>
            <a:off x="914400" y="3566160"/>
            <a:ext cx="10363200" cy="548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DCE6F2"/>
                </a:solidFill>
                <a:effectLst/>
                <a:latin typeface="Segoe UI" panose="020B0502040204020203" pitchFamily="34" charset="0"/>
              </a:rPr>
              <a:t>[Contact | Next steps]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04" name="Wordmark">
            <a:extLst>
              <a:ext uri="{FF2B5EF4-FFF2-40B4-BE49-F238E27FC236}">
                <a16:creationId xmlns:a16="http://schemas.microsoft.com/office/drawing/2014/main" id="{E54F3DC9-6C13-F066-4D13-AAE97DC7CCFE}"/>
              </a:ext>
            </a:extLst>
          </p:cNvPr>
          <p:cNvSpPr/>
          <p:nvPr/>
        </p:nvSpPr>
        <p:spPr>
          <a:xfrm>
            <a:off x="914400" y="6080760"/>
            <a:ext cx="228600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300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CONTOSO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7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9</cp:revision>
  <dcterms:created xsi:type="dcterms:W3CDTF">2026-10-19T16:32:50Z</dcterms:created>
  <dcterms:modified xsi:type="dcterms:W3CDTF">2026-10-19T16:35:43Z</dcterms:modified>
  <cp:category/>
</cp:coreProperties>
</file>